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3a3b3d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3a3b3d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3a3b3d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3a3b3d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63a3b3db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63a3b3d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3a3b3db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3a3b3db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3a3b3d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3a3b3d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63a3b3db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63a3b3db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2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12233" y="5570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EduReport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143350" y="2682688"/>
            <a:ext cx="4857300" cy="7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u="sng"/>
              <a:t>Készítette:</a:t>
            </a:r>
            <a:r>
              <a:rPr lang="hu"/>
              <a:t> Kertész Richard,Schlagmüller Stella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 rot="555568">
            <a:off x="372108" y="126347"/>
            <a:ext cx="1211891" cy="1104275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93C47D"/>
          </a:solidFill>
          <a:ln cap="flat" cmpd="sng" w="87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57" name="Google Shape;57;p13"/>
          <p:cNvSpPr/>
          <p:nvPr/>
        </p:nvSpPr>
        <p:spPr>
          <a:xfrm rot="-951041">
            <a:off x="1610530" y="98507"/>
            <a:ext cx="822681" cy="730004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B6D7A8"/>
          </a:solidFill>
          <a:ln cap="flat" cmpd="sng" w="877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58" name="Google Shape;58;p13"/>
          <p:cNvSpPr/>
          <p:nvPr/>
        </p:nvSpPr>
        <p:spPr>
          <a:xfrm rot="2326050">
            <a:off x="350348" y="1218223"/>
            <a:ext cx="822631" cy="730192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6AA84F"/>
          </a:solidFill>
          <a:ln cap="flat" cmpd="sng" w="87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59" name="Google Shape;59;p13"/>
          <p:cNvSpPr/>
          <p:nvPr/>
        </p:nvSpPr>
        <p:spPr>
          <a:xfrm rot="-950015">
            <a:off x="1248312" y="908891"/>
            <a:ext cx="1245767" cy="958875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93C47D"/>
          </a:solidFill>
          <a:ln cap="flat" cmpd="sng" w="87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60" name="Google Shape;60;p13"/>
          <p:cNvSpPr/>
          <p:nvPr/>
        </p:nvSpPr>
        <p:spPr>
          <a:xfrm rot="-952281">
            <a:off x="2520889" y="346004"/>
            <a:ext cx="956566" cy="835703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B6D7A8"/>
          </a:solidFill>
          <a:ln cap="flat" cmpd="sng" w="877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61" name="Google Shape;61;p13"/>
          <p:cNvSpPr/>
          <p:nvPr/>
        </p:nvSpPr>
        <p:spPr>
          <a:xfrm rot="-951840">
            <a:off x="917043" y="1918808"/>
            <a:ext cx="1015164" cy="835044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6AA84F"/>
          </a:solidFill>
          <a:ln cap="flat" cmpd="sng" w="87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62" name="Google Shape;62;p13"/>
          <p:cNvSpPr/>
          <p:nvPr/>
        </p:nvSpPr>
        <p:spPr>
          <a:xfrm rot="1229840">
            <a:off x="10847" y="2020352"/>
            <a:ext cx="822472" cy="730478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38761D"/>
          </a:solidFill>
          <a:ln cap="flat" cmpd="sng" w="87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63" name="Google Shape;63;p13"/>
          <p:cNvSpPr/>
          <p:nvPr/>
        </p:nvSpPr>
        <p:spPr>
          <a:xfrm rot="10009038">
            <a:off x="7918698" y="3694556"/>
            <a:ext cx="1123404" cy="1023566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93C47D"/>
          </a:solidFill>
          <a:ln cap="flat" cmpd="sng" w="81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  <p:sp>
        <p:nvSpPr>
          <p:cNvPr id="64" name="Google Shape;64;p13"/>
          <p:cNvSpPr/>
          <p:nvPr/>
        </p:nvSpPr>
        <p:spPr>
          <a:xfrm rot="8502367">
            <a:off x="7280435" y="4421371"/>
            <a:ext cx="762956" cy="676887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B6D7A8"/>
          </a:solidFill>
          <a:ln cap="flat" cmpd="sng" w="81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  <p:sp>
        <p:nvSpPr>
          <p:cNvPr id="65" name="Google Shape;65;p13"/>
          <p:cNvSpPr/>
          <p:nvPr/>
        </p:nvSpPr>
        <p:spPr>
          <a:xfrm rot="-9820061">
            <a:off x="7964307" y="3016234"/>
            <a:ext cx="762781" cy="676657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6AA84F"/>
          </a:solidFill>
          <a:ln cap="flat" cmpd="sng" w="81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  <p:sp>
        <p:nvSpPr>
          <p:cNvPr id="66" name="Google Shape;66;p13"/>
          <p:cNvSpPr/>
          <p:nvPr/>
        </p:nvSpPr>
        <p:spPr>
          <a:xfrm rot="8503291">
            <a:off x="6887150" y="3469751"/>
            <a:ext cx="1154509" cy="88862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93C47D"/>
          </a:solidFill>
          <a:ln cap="flat" cmpd="sng" w="81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  <p:sp>
        <p:nvSpPr>
          <p:cNvPr id="67" name="Google Shape;67;p13"/>
          <p:cNvSpPr/>
          <p:nvPr/>
        </p:nvSpPr>
        <p:spPr>
          <a:xfrm rot="8501485">
            <a:off x="6275242" y="4460743"/>
            <a:ext cx="886599" cy="774716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B6D7A8"/>
          </a:solidFill>
          <a:ln cap="flat" cmpd="sng" w="81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  <p:sp>
        <p:nvSpPr>
          <p:cNvPr id="68" name="Google Shape;68;p13"/>
          <p:cNvSpPr/>
          <p:nvPr/>
        </p:nvSpPr>
        <p:spPr>
          <a:xfrm rot="8501459">
            <a:off x="7040773" y="2557047"/>
            <a:ext cx="941277" cy="773924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6AA84F"/>
          </a:solidFill>
          <a:ln cap="flat" cmpd="sng" w="81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  <p:sp>
        <p:nvSpPr>
          <p:cNvPr id="69" name="Google Shape;69;p13"/>
          <p:cNvSpPr/>
          <p:nvPr/>
        </p:nvSpPr>
        <p:spPr>
          <a:xfrm rot="10683648">
            <a:off x="7971632" y="2208382"/>
            <a:ext cx="762437" cy="677194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38761D"/>
          </a:solidFill>
          <a:ln cap="flat" cmpd="sng" w="81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100" lIns="78100" spcFirstLastPara="1" rIns="78100" wrap="square" tIns="7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5"/>
          </a:p>
        </p:txBody>
      </p:sp>
    </p:spTree>
  </p:cSld>
  <p:clrMapOvr>
    <a:masterClrMapping/>
  </p:clrMapOvr>
  <mc:AlternateContent>
    <mc:Choice Requires="p14">
      <p:transition spd="slow" p14:dur="22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-1841636">
            <a:off x="-1174088" y="368347"/>
            <a:ext cx="6544201" cy="1133807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 rot="-1841636">
            <a:off x="-1523263" y="262397"/>
            <a:ext cx="6544201" cy="1133807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1204175" y="648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2820" u="sng"/>
              <a:t>Projekt célja</a:t>
            </a:r>
            <a:endParaRPr sz="2820" u="sng"/>
          </a:p>
        </p:txBody>
      </p:sp>
      <p:sp>
        <p:nvSpPr>
          <p:cNvPr id="77" name="Google Shape;77;p14"/>
          <p:cNvSpPr txBox="1"/>
          <p:nvPr/>
        </p:nvSpPr>
        <p:spPr>
          <a:xfrm>
            <a:off x="1364550" y="1550425"/>
            <a:ext cx="65409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hu" sz="1800">
                <a:solidFill>
                  <a:schemeClr val="dk1"/>
                </a:solidFill>
              </a:rPr>
              <a:t>Az alkalmazás célja, hogy az iskola tanárai egyszerűen be tudják jelenteni a meghibásodott eszközöket, míg a rendszergazda nyomon tudja követni és kezelni ezeket a bejelentéseket.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  <p:sp>
        <p:nvSpPr>
          <p:cNvPr id="79" name="Google Shape;79;p14"/>
          <p:cNvSpPr/>
          <p:nvPr/>
        </p:nvSpPr>
        <p:spPr>
          <a:xfrm rot="8427767">
            <a:off x="4324492" y="3264905"/>
            <a:ext cx="6544510" cy="117420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 rot="8427767">
            <a:off x="4476892" y="3417305"/>
            <a:ext cx="6544510" cy="117420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2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776075" y="64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2820" u="sng"/>
              <a:t>Hibabejelentés rögzítése - Lépések</a:t>
            </a:r>
            <a:endParaRPr sz="2820" u="sng"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1192425" y="1428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hu">
                <a:solidFill>
                  <a:schemeClr val="dk1"/>
                </a:solidFill>
              </a:rPr>
              <a:t>A felhasználó megnyitja a webalkalmazást.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hu">
                <a:solidFill>
                  <a:schemeClr val="dk1"/>
                </a:solidFill>
              </a:rPr>
              <a:t>Kitölti a hibabejelentő űrla</a:t>
            </a:r>
            <a:r>
              <a:rPr lang="hu">
                <a:solidFill>
                  <a:schemeClr val="dk1"/>
                </a:solidFill>
              </a:rPr>
              <a:t>pot: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hu">
                <a:solidFill>
                  <a:schemeClr val="dk1"/>
                </a:solidFill>
              </a:rPr>
              <a:t>Tanár neve,tárgy neve,probléma leírása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hu">
                <a:solidFill>
                  <a:schemeClr val="dk1"/>
                </a:solidFill>
              </a:rPr>
              <a:t>A „Bejelentés elküldése” gombra kattint.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hu">
                <a:solidFill>
                  <a:schemeClr val="dk1"/>
                </a:solidFill>
              </a:rPr>
              <a:t>A rendszer elmenti a bejelentést az adatbázisba</a:t>
            </a:r>
            <a:r>
              <a:rPr lang="hu"/>
              <a:t>.</a:t>
            </a:r>
            <a:endParaRPr/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140925" y="223025"/>
            <a:ext cx="3088500" cy="666600"/>
          </a:xfrm>
          <a:prstGeom prst="halfFrame">
            <a:avLst>
              <a:gd fmla="val 34134" name="adj1"/>
              <a:gd fmla="val 36058" name="adj2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305300" y="316925"/>
            <a:ext cx="2994600" cy="572700"/>
          </a:xfrm>
          <a:prstGeom prst="halfFrame">
            <a:avLst>
              <a:gd fmla="val 34134" name="adj1"/>
              <a:gd fmla="val 36058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 rot="10800000">
            <a:off x="5730425" y="3996625"/>
            <a:ext cx="3088500" cy="666600"/>
          </a:xfrm>
          <a:prstGeom prst="halfFrame">
            <a:avLst>
              <a:gd fmla="val 34134" name="adj1"/>
              <a:gd fmla="val 36058" name="adj2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 rot="10800000">
            <a:off x="5659950" y="3996625"/>
            <a:ext cx="2994600" cy="572700"/>
          </a:xfrm>
          <a:prstGeom prst="halfFrame">
            <a:avLst>
              <a:gd fmla="val 34134" name="adj1"/>
              <a:gd fmla="val 36058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460125" y="-208825"/>
            <a:ext cx="3816525" cy="5465275"/>
          </a:xfrm>
          <a:prstGeom prst="flowChartOnlineStorage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-197275" y="-208825"/>
            <a:ext cx="1632300" cy="5465275"/>
          </a:xfrm>
          <a:prstGeom prst="flowChartOnlineStorage">
            <a:avLst/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u="sng"/>
              <a:t>Hibabejelentések megtekintése (rendszergazda)</a:t>
            </a:r>
            <a:endParaRPr u="sng"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hu">
                <a:solidFill>
                  <a:schemeClr val="dk1"/>
                </a:solidFill>
              </a:rPr>
              <a:t>E</a:t>
            </a:r>
            <a:r>
              <a:rPr lang="hu">
                <a:solidFill>
                  <a:schemeClr val="dk1"/>
                </a:solidFill>
              </a:rPr>
              <a:t>gy listában látja az összes bejelentést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hu">
                <a:solidFill>
                  <a:schemeClr val="dk1"/>
                </a:solidFill>
              </a:rPr>
              <a:t>Eszköz neve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hu">
                <a:solidFill>
                  <a:schemeClr val="dk1"/>
                </a:solidFill>
              </a:rPr>
              <a:t>Hiba leírása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2720" u="sng"/>
              <a:t>Állapot módosítása</a:t>
            </a:r>
            <a:endParaRPr sz="2720" u="sng"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dk1"/>
                </a:solidFill>
              </a:rPr>
              <a:t>A rendszergazda módosíthatja a hibák állapotát: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hu">
                <a:solidFill>
                  <a:schemeClr val="dk1"/>
                </a:solidFill>
              </a:rPr>
              <a:t>Új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hu">
                <a:solidFill>
                  <a:schemeClr val="dk1"/>
                </a:solidFill>
              </a:rPr>
              <a:t>Folyamatban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hu">
                <a:solidFill>
                  <a:schemeClr val="dk1"/>
                </a:solidFill>
              </a:rPr>
              <a:t>Megoldva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723050" y="2002200"/>
            <a:ext cx="40398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hu" sz="2600" u="sng">
                <a:solidFill>
                  <a:schemeClr val="dk1"/>
                </a:solidFill>
              </a:rPr>
              <a:t>Fő funkciók:</a:t>
            </a:r>
            <a:endParaRPr sz="26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793550" y="2693875"/>
            <a:ext cx="3898800" cy="98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hu" sz="1800">
                <a:solidFill>
                  <a:schemeClr val="dk1"/>
                </a:solidFill>
              </a:rPr>
              <a:t>Hibabejelentés rögzítése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hu" sz="1800">
                <a:solidFill>
                  <a:schemeClr val="dk1"/>
                </a:solidFill>
              </a:rPr>
              <a:t>Bejelentések listázása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hu" sz="1800">
                <a:solidFill>
                  <a:schemeClr val="dk1"/>
                </a:solidFill>
              </a:rPr>
              <a:t>Állapot módosítása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" name="Google Shape;110;p17"/>
          <p:cNvSpPr/>
          <p:nvPr/>
        </p:nvSpPr>
        <p:spPr>
          <a:xfrm rot="-810384">
            <a:off x="6596337" y="-1242546"/>
            <a:ext cx="6200276" cy="3025085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-46975" y="3729625"/>
            <a:ext cx="2644500" cy="1479900"/>
          </a:xfrm>
          <a:prstGeom prst="rtTriangle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0" y="-170100"/>
            <a:ext cx="2679900" cy="54837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type="title"/>
          </p:nvPr>
        </p:nvSpPr>
        <p:spPr>
          <a:xfrm>
            <a:off x="2941375" y="434400"/>
            <a:ext cx="66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2820" u="sng"/>
              <a:t>Telepítési útmutató</a:t>
            </a:r>
            <a:endParaRPr sz="2820" u="sng"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11000" y="1352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-760950" y="2033400"/>
            <a:ext cx="10698000" cy="1423800"/>
          </a:xfrm>
          <a:prstGeom prst="ribbon2">
            <a:avLst>
              <a:gd fmla="val 16667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-173800" y="2150850"/>
            <a:ext cx="9782100" cy="841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Köszönöm a figyelmet!</a:t>
            </a:r>
            <a:endParaRPr/>
          </a:p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